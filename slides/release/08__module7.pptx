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7 — High-Volume Fan-Out Best Practices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fan-out problem: 10M msg/sec, 10 overlapping consumers</a:t>
            </a:r>
          </a:p>
          <a:p>
            <a:r>
              <a:t> Topic design strategies: single topic vs pre-filtered sub-topics</a:t>
            </a:r>
          </a:p>
          <a:p>
            <a:r>
              <a:t> Partition key design and consumer group topology</a:t>
            </a:r>
          </a:p>
          <a:p>
            <a:r>
              <a:t> Efficient filtering: headers, schemas, Kafka Streams branching, Flink SQL</a:t>
            </a:r>
          </a:p>
          <a:p>
            <a:r>
              <a:t> Benchmark: duplication vs filtering</a:t>
            </a:r>
          </a:p>
          <a:p>
            <a:r>
              <a:t> KEDA autoscaling based on consumer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Fan-Out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Scenario:</a:t>
            </a:r>
          </a:p>
          <a:p>
            <a:r>
              <a:t> A dataset arrives at</a:t>
            </a:r>
            <a:r>
              <a:rPr b="1"/>
              <a:t> 10 million messages per second</a:t>
            </a:r>
          </a:p>
          <a:p>
            <a:r>
              <a:rPr b="1"/>
              <a:t> 10 consumer teams</a:t>
            </a:r>
            <a:r>
              <a:t> each need a</a:t>
            </a:r>
            <a:r>
              <a:rPr b="1"/>
              <a:t> different but overlapping subset</a:t>
            </a:r>
          </a:p>
          <a:p>
            <a:r>
              <a:t> Goal: minimize storage and network duplication on Kafka</a:t>
            </a:r>
          </a:p>
          <a:p>
            <a:r>
              <a:t> Goal: minimize consumer CPU overhead for filtering unwanted messages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Design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>
            <a:r>
              <a:rPr b="1"/>
              <a:t> Rule of thumb:</a:t>
            </a:r>
            <a:r>
              <a:t> topic proliferation trades CPU for storage. At 10M msg/sec, every deserialization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Consumer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 Complexity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 broad topic + client-side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10 pre-filtered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10× producer 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(topic sprawl)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Streams-branched derived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 topic + header-based skip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Low–Moderate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 Key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Partition by the field that co-locates related data for consumers:</a:t>
            </a:r>
          </a:p>
          <a:p/>
          <a:p/>
          <a:p>
            <a:r>
              <a:rPr b="1"/>
              <a:t> Anti-pattern:</a:t>
            </a:r>
            <a:r>
              <a:t> random or null keys → even distribution but no co-location, no filtering leverage.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764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Header-Based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Producers tag messages with routing metadata:</a:t>
            </a:r>
          </a:p>
          <a:p/>
          <a:p/>
          <a:p/>
          <a:p/>
          <a:p>
            <a:r>
              <a:t> Consumers skip by header —</a:t>
            </a:r>
            <a:r>
              <a:rPr b="1"/>
              <a:t> no deserialization for unwanted records: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7416800" cy="26543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10922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Filtering: CPU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 10M msg/sec with 33% of messages wanted per consumer: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Deserialization calls/sec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Relative CPU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Full deserialize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1× (baseline)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Header skip, deserialize wanted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~0.33×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Schema-Based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Using Avro union types, consumers can deserialize only the outer envelope first:</a:t>
            </a:r>
          </a:p>
          <a:p/>
          <a:p/>
          <a:p/>
          <a:p>
            <a:r>
              <a:t> Consumer reads</a:t>
            </a:r>
            <a:r>
              <a:rPr>
                <a:latin typeface="Courier New"/>
              </a:rPr>
              <a:t> region</a:t>
            </a:r>
            <a:r>
              <a:t> from outer record → decides whether to parse</a:t>
            </a:r>
            <a:r>
              <a:rPr>
                <a:latin typeface="Courier New"/>
              </a:rPr>
              <a:t> payload</a:t>
            </a:r>
            <a:r>
              <a:t> .</a:t>
            </a:r>
          </a:p>
          <a:p>
            <a:r>
              <a:t> Stronger guarantees than headers (schema-enforced) but higher coupling to Schema Registry.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775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Streams 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Server-side pre-filtering — removes CPU cost from all consumers: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8364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Flink SQL — Declarative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Declarative SQL alternative to Streams branching (Flink SQL is the 2026 direction;</a:t>
            </a:r>
            <a:r>
              <a:t> ksqlDB has been de-emphasized by Confluent and Flink is in this course's lab env):</a:t>
            </a:r>
          </a:p>
          <a:p/>
          <a:p/>
          <a:p/>
          <a:p/>
          <a:p/>
          <a:p>
            <a:r>
              <a:t> Continuous queries keep derived topics updated as new events arrive.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04648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Strategy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1600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KEDA Autoscaler: Scale on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Scale up when lag &gt; 10,000. Scale down after</a:t>
            </a:r>
            <a:r>
              <a:rPr>
                <a:latin typeface="Courier New"/>
              </a:rPr>
              <a:t> cooldownPeriod</a:t>
            </a:r>
            <a:r>
              <a:t> seconds of low lag.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68400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KEDA: Why Cap maxReplicaCount?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 Adding more consumers than partitions</a:t>
            </a:r>
            <a:r>
              <a:rPr b="1"/>
              <a:t> wastes resources</a:t>
            </a:r>
            <a:r>
              <a:t> — idle replicas with no partitions assigned.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40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Benchmark: Duplication vs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 50,000 messages with 33% wanted (emea):</a:t>
            </a:r>
          </a:p>
          <a:p/>
          <a:p/>
          <a:p/>
          <a:p/>
          <a:p>
            <a:r>
              <a:rPr b="1"/>
              <a:t> Break-even point:</a:t>
            </a:r>
            <a:r>
              <a:t> when wanted fraction &gt; ~80%, full deserialization may be cheaper (no header overhead).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Throughput (msg/s)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Full deserialize all 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messages deserialized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Header-skip, deserialize emea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~0.33×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~3× 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Skip at metadata level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Single broad topic + header filtering is the most storage-efficient fan-out design</a:t>
            </a:r>
          </a:p>
          <a:p>
            <a:r>
              <a:t> Header-based skip avoids deserialization cost for unwanted messages — 3× CPU savings at 33% selectivity</a:t>
            </a:r>
          </a:p>
          <a:p>
            <a:r>
              <a:t> Schema-based filtering provides stronger guarantees but tighter Schema Registry coupling</a:t>
            </a:r>
          </a:p>
          <a:p>
            <a:r>
              <a:t> Kafka Streams branching moves filtering to the server side — best for static, high-volume cases</a:t>
            </a:r>
          </a:p>
          <a:p>
            <a:r>
              <a:t> Flink SQL provides declarative filtering without redeployment (the modern successor to ksqlDB)</a:t>
            </a:r>
          </a:p>
          <a:p>
            <a:r>
              <a:t> KEDA autoscaling ties consumer replica count to Prometheus lag metric</a:t>
            </a:r>
          </a:p>
          <a:p>
            <a:r>
              <a:t> Cap</a:t>
            </a:r>
            <a:r>
              <a:rPr>
                <a:latin typeface="Courier New"/>
              </a:rPr>
              <a:t> maxReplicaCount</a:t>
            </a:r>
            <a:r>
              <a:t> to partition count per consumer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Design and Validate a Fan-Out Strategy</a:t>
            </a:r>
          </a:p>
          <a:p>
            <a:r>
              <a:t> You will:</a:t>
            </a:r>
          </a:p>
          <a:p>
            <a:r>
              <a:t> Create a broad topic and produce events with routing headers</a:t>
            </a:r>
          </a:p>
          <a:p>
            <a:r>
              <a:t> Implement header-based filtering across 3 consumer groups</a:t>
            </a:r>
          </a:p>
          <a:p>
            <a:r>
              <a:t> Benchmark full deserialization vs header-skip</a:t>
            </a:r>
          </a:p>
          <a:p>
            <a:r>
              <a:t> Review Kafka Streams branching pseudocode</a:t>
            </a:r>
          </a:p>
          <a:p>
            <a:r>
              <a:t> Configure and test a KEDA ScaledObject tied to consumer lag</a:t>
            </a:r>
          </a:p>
          <a:p>
            <a:r>
              <a:t> Environment: Docker Compose (3-broker Kafka, Prometheus, KEDA optional)</a:t>
            </a:r>
            <a:r>
              <a:t> Time: 75–90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